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-370" y="-1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6C6998-A28A-4BB5-F0B1-360080947B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A74BDF3-1804-D4AA-C6B8-700215E30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5460B32-EEAC-B576-DA2E-C2EB4FAB4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0C309-C83B-4C1D-A4E3-FA066489D6D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C8259D4-28C1-7504-1101-AC470C6CB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0A5F29-66B1-B45F-1CCB-55707F587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F7B8-3EFF-4B05-9FCD-5BBD3BAB8A2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572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D434DC-4A3F-323F-3106-166124F36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B67FA82-552A-C094-6B0D-2DE265A09B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63638C1-E5DA-BFAC-DCBF-6F2ABCBE0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0C309-C83B-4C1D-A4E3-FA066489D6D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DDE97E9-7084-4CD5-4783-E3D72E336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E9CBA00-4ADE-DE8C-658A-85E1CD5B9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F7B8-3EFF-4B05-9FCD-5BBD3BAB8A2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745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CEA8DF-85C6-810F-53F4-4B0C5F247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452FEB0-1C56-FC2A-BAA8-D790BF380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19F20C4-BAE5-BC0C-58D8-502E31C6C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0C309-C83B-4C1D-A4E3-FA066489D6D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34E7615-FB2C-C9C9-6DE6-CBC5E68BE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F229F44-EC92-8A60-850F-05BB96F04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F7B8-3EFF-4B05-9FCD-5BBD3BAB8A2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357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3721CB-2FCE-021D-368B-93428790F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0444C6F-F6EE-6CFF-E01C-8A0F5AF57F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F3E8DAC-3E68-518D-AB3B-2252699DE7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20B2F02-B7C8-186B-4881-369CE0609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0C309-C83B-4C1D-A4E3-FA066489D6D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FCD1829-9C4F-6C78-2E8E-7E2844E62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6758808-93FF-5B96-2098-8D6ABC730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F7B8-3EFF-4B05-9FCD-5BBD3BAB8A2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226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85CE6C-8646-5DAA-9D40-3AC0B50EA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19FBBE6-AAA4-0990-1883-E2041F4476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04F8701-B07E-5E97-826C-718ABBCB35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08692F5-F6F4-57B7-E1EF-76A36098DA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D55B5B3-8A90-1F85-A0A6-68D6150A2D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0A4333B-9C1F-5D81-2972-D72809385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0C309-C83B-4C1D-A4E3-FA066489D6D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EB4D2B9-1ACA-9657-7321-A601EE4C7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C2AD432-A996-8929-D28C-1CEACAF81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F7B8-3EFF-4B05-9FCD-5BBD3BAB8A2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013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DF37B6-E8C7-B638-EA73-D61471563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F9D166A-2BA8-4B86-6958-AD118EE2B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0C309-C83B-4C1D-A4E3-FA066489D6D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3A5BAB6-B3CA-1EFF-598F-DE4F2C51E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E28A103-CA58-264B-F410-F26D80896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F7B8-3EFF-4B05-9FCD-5BBD3BAB8A2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593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AE33771-26C2-4D6E-3B24-803920A70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0C309-C83B-4C1D-A4E3-FA066489D6D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DD8B274-22F4-9D40-62A5-AFB369A97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A23C5B9-6E9B-F6C3-6C12-A235A0785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F7B8-3EFF-4B05-9FCD-5BBD3BAB8A2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524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3DC72D-F16E-9B36-623B-3A5B31DFD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B7BA9CD-BEB8-B29A-2B4F-E4AF888CF2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692F085-2CB7-65F5-6A1A-D09DBEFFB1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5F6998E-1921-DBE1-7C99-4E0121848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0C309-C83B-4C1D-A4E3-FA066489D6D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32331F2-A36E-7D36-4CAC-7B9AEC83B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FAA6305-FCD1-DF7D-1A93-4149AFC7E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F7B8-3EFF-4B05-9FCD-5BBD3BAB8A2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715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862F33-AA77-12AA-66A3-0D84EB825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E7CA28E-D7C7-2147-49D0-4E42925B00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AD7F4B6-317D-0D96-F186-96334F31AA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3713E1B-F13D-AE6E-AA6B-DF7AEA8C7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0C309-C83B-4C1D-A4E3-FA066489D6D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D3EEC65-F836-CDAF-08EB-FB31F265B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BE7C8CA-35D2-CCA6-EB27-D5935626A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F7B8-3EFF-4B05-9FCD-5BBD3BAB8A2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892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40E3CF-DF9D-DD9D-82C2-810598F0A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C009991-1BBD-149D-4D7B-42478B637A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B8EA5D5-ED0E-F027-3A08-978B9654B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0C309-C83B-4C1D-A4E3-FA066489D6D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B29457B-4EEF-CBEE-8C1F-4B061D86D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E967C44-3C6A-1A53-F29C-BE9F199B0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F7B8-3EFF-4B05-9FCD-5BBD3BAB8A2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885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C76BC57-9334-F215-0E64-2D7A848152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DEDC3DC-65D0-D906-0BD1-CAB637E7EF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6E36E7-EFB6-7AD7-AE9F-8CE36B370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0C309-C83B-4C1D-A4E3-FA066489D6D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0C3B00-3F5B-A558-7950-1089AF9AC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9D56D04-AFD7-69E9-4B10-03887D0A8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F7B8-3EFF-4B05-9FCD-5BBD3BAB8A2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318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7EE567C-FD7B-0B1D-5ED0-843CC8C2F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B62DE16-E2F3-BE95-0808-F23ED0E494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A0DF36-F8F0-D59A-841F-858A8615EA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20C309-C83B-4C1D-A4E3-FA066489D6D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210E30A-C1F2-DB75-E0E2-1A741437D8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4FEE1B3-5C9D-1F1E-807A-A063FEA871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BBF7B8-3EFF-4B05-9FCD-5BBD3BAB8A2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430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55CB8529-8E8E-13D1-ACA9-302B09FD678C}"/>
              </a:ext>
            </a:extLst>
          </p:cNvPr>
          <p:cNvSpPr/>
          <p:nvPr/>
        </p:nvSpPr>
        <p:spPr>
          <a:xfrm>
            <a:off x="1391920" y="2326640"/>
            <a:ext cx="8107680" cy="2184400"/>
          </a:xfrm>
          <a:prstGeom prst="roundRect">
            <a:avLst>
              <a:gd name="adj" fmla="val 828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E637FC88-DDFD-CA93-3FA0-866752E070DF}"/>
              </a:ext>
            </a:extLst>
          </p:cNvPr>
          <p:cNvSpPr/>
          <p:nvPr/>
        </p:nvSpPr>
        <p:spPr>
          <a:xfrm>
            <a:off x="3756576" y="3175823"/>
            <a:ext cx="3426543" cy="1140540"/>
          </a:xfrm>
          <a:prstGeom prst="roundRect">
            <a:avLst>
              <a:gd name="adj" fmla="val 828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µC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EC85F7D8-D269-CF1F-CF73-6AC2E3EA5CB0}"/>
              </a:ext>
            </a:extLst>
          </p:cNvPr>
          <p:cNvSpPr/>
          <p:nvPr/>
        </p:nvSpPr>
        <p:spPr>
          <a:xfrm>
            <a:off x="7704229" y="2541638"/>
            <a:ext cx="1587909" cy="644014"/>
          </a:xfrm>
          <a:prstGeom prst="roundRect">
            <a:avLst>
              <a:gd name="adj" fmla="val 828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Servo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39456E00-B32B-737C-56D4-5B00E6CEEBF8}"/>
              </a:ext>
            </a:extLst>
          </p:cNvPr>
          <p:cNvSpPr/>
          <p:nvPr/>
        </p:nvSpPr>
        <p:spPr>
          <a:xfrm>
            <a:off x="1647560" y="2536723"/>
            <a:ext cx="1587909" cy="644014"/>
          </a:xfrm>
          <a:prstGeom prst="roundRect">
            <a:avLst>
              <a:gd name="adj" fmla="val 828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V</a:t>
            </a:r>
            <a:r>
              <a:rPr lang="en-US" dirty="0" err="1">
                <a:solidFill>
                  <a:schemeClr val="tx1"/>
                </a:solidFill>
              </a:rPr>
              <a:t>oltage</a:t>
            </a:r>
            <a:r>
              <a:rPr lang="en-US" dirty="0">
                <a:solidFill>
                  <a:schemeClr val="tx1"/>
                </a:solidFill>
              </a:rPr>
              <a:t> Regulator</a:t>
            </a: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8CB9F55B-B5A5-E2C9-B7A0-E6805AD54A93}"/>
              </a:ext>
            </a:extLst>
          </p:cNvPr>
          <p:cNvSpPr/>
          <p:nvPr/>
        </p:nvSpPr>
        <p:spPr>
          <a:xfrm>
            <a:off x="1647559" y="3672349"/>
            <a:ext cx="1587909" cy="644014"/>
          </a:xfrm>
          <a:prstGeom prst="roundRect">
            <a:avLst>
              <a:gd name="adj" fmla="val 828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Battery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04C8BC66-C7C0-A616-F6B6-654B1909C32B}"/>
              </a:ext>
            </a:extLst>
          </p:cNvPr>
          <p:cNvSpPr/>
          <p:nvPr/>
        </p:nvSpPr>
        <p:spPr>
          <a:xfrm>
            <a:off x="7704229" y="3672349"/>
            <a:ext cx="1587909" cy="644014"/>
          </a:xfrm>
          <a:prstGeom prst="roundRect">
            <a:avLst>
              <a:gd name="adj" fmla="val 828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Hall Effect Sensor</a:t>
            </a: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0DC889D9-EA8B-C7CE-F0F3-1F54C6BCF74F}"/>
              </a:ext>
            </a:extLst>
          </p:cNvPr>
          <p:cNvSpPr/>
          <p:nvPr/>
        </p:nvSpPr>
        <p:spPr>
          <a:xfrm>
            <a:off x="5526384" y="3829666"/>
            <a:ext cx="1406012" cy="378544"/>
          </a:xfrm>
          <a:prstGeom prst="roundRect">
            <a:avLst>
              <a:gd name="adj" fmla="val 828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L</a:t>
            </a:r>
            <a:r>
              <a:rPr lang="en-US" dirty="0" err="1">
                <a:solidFill>
                  <a:schemeClr val="tx1"/>
                </a:solidFill>
              </a:rPr>
              <a:t>ogic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E0C7DE12-92BE-CA7D-15BC-BF541CA463DC}"/>
              </a:ext>
            </a:extLst>
          </p:cNvPr>
          <p:cNvSpPr/>
          <p:nvPr/>
        </p:nvSpPr>
        <p:spPr>
          <a:xfrm>
            <a:off x="3972887" y="3829666"/>
            <a:ext cx="1406012" cy="378544"/>
          </a:xfrm>
          <a:prstGeom prst="roundRect">
            <a:avLst>
              <a:gd name="adj" fmla="val 828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Webserver</a:t>
            </a:r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EDFA1F38-CBE0-6C90-D7F0-81EB84834671}"/>
              </a:ext>
            </a:extLst>
          </p:cNvPr>
          <p:cNvCxnSpPr>
            <a:cxnSpLocks/>
          </p:cNvCxnSpPr>
          <p:nvPr/>
        </p:nvCxnSpPr>
        <p:spPr>
          <a:xfrm>
            <a:off x="3235469" y="2748774"/>
            <a:ext cx="4468760" cy="49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30258F12-5409-285E-5B92-CBF32724E45B}"/>
              </a:ext>
            </a:extLst>
          </p:cNvPr>
          <p:cNvCxnSpPr>
            <a:cxnSpLocks/>
            <a:stCxn id="8" idx="0"/>
            <a:endCxn id="7" idx="2"/>
          </p:cNvCxnSpPr>
          <p:nvPr/>
        </p:nvCxnSpPr>
        <p:spPr>
          <a:xfrm flipV="1">
            <a:off x="2441514" y="3180737"/>
            <a:ext cx="1" cy="4916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F9FC5406-BCD8-EDFE-161C-C8CA73344A4C}"/>
              </a:ext>
            </a:extLst>
          </p:cNvPr>
          <p:cNvCxnSpPr>
            <a:cxnSpLocks/>
          </p:cNvCxnSpPr>
          <p:nvPr/>
        </p:nvCxnSpPr>
        <p:spPr>
          <a:xfrm>
            <a:off x="4675892" y="2748774"/>
            <a:ext cx="0" cy="4270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4D7FB4D6-43EC-FF67-E810-684D24667182}"/>
              </a:ext>
            </a:extLst>
          </p:cNvPr>
          <p:cNvCxnSpPr>
            <a:cxnSpLocks/>
          </p:cNvCxnSpPr>
          <p:nvPr/>
        </p:nvCxnSpPr>
        <p:spPr>
          <a:xfrm>
            <a:off x="6431280" y="2962298"/>
            <a:ext cx="127294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02537C7F-D398-8C09-588D-5E4F34513FDA}"/>
              </a:ext>
            </a:extLst>
          </p:cNvPr>
          <p:cNvCxnSpPr>
            <a:cxnSpLocks/>
          </p:cNvCxnSpPr>
          <p:nvPr/>
        </p:nvCxnSpPr>
        <p:spPr>
          <a:xfrm>
            <a:off x="6440043" y="2962298"/>
            <a:ext cx="0" cy="2135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95CB3BB4-4416-2766-F732-ECA00D8DAE5C}"/>
              </a:ext>
            </a:extLst>
          </p:cNvPr>
          <p:cNvCxnSpPr>
            <a:cxnSpLocks/>
          </p:cNvCxnSpPr>
          <p:nvPr/>
        </p:nvCxnSpPr>
        <p:spPr>
          <a:xfrm flipH="1">
            <a:off x="7183119" y="3986307"/>
            <a:ext cx="52111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4636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Office PowerPoint</Application>
  <PresentationFormat>Breitbild</PresentationFormat>
  <Paragraphs>7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Jonas Egitz</dc:creator>
  <cp:lastModifiedBy>Jonas Egitz</cp:lastModifiedBy>
  <cp:revision>1</cp:revision>
  <dcterms:created xsi:type="dcterms:W3CDTF">2026-01-22T09:37:46Z</dcterms:created>
  <dcterms:modified xsi:type="dcterms:W3CDTF">2026-01-22T10:23:00Z</dcterms:modified>
</cp:coreProperties>
</file>